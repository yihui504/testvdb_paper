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TestVDB</a:t>
            </a:r>
          </a:p>
          <a:p>
            <a:pPr>
              <a:defRPr sz="2200">
                <a:solidFill>
                  <a:srgbClr val="CCDDEE"/>
                </a:solidFill>
              </a:defRPr>
            </a:pPr>
            <a:r>
              <a:t>Using LLMs to Find Bugs Where Actual Behaviour Diverges from Its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DD"/>
                </a:solidFill>
              </a:defRPr>
            </a:pPr>
            <a:r>
              <a:t>Authors (TBD)</a:t>
            </a:r>
          </a:p>
          <a:p>
            <a:pPr>
              <a:defRPr sz="1600">
                <a:solidFill>
                  <a:srgbClr val="AACCDD"/>
                </a:solidFill>
              </a:defRPr>
            </a:pPr>
            <a:r>
              <a:t>Affiliation</a:t>
            </a:r>
          </a:p>
          <a:p>
            <a:pPr>
              <a:defRPr sz="1600">
                <a:solidFill>
                  <a:srgbClr val="AACCDD"/>
                </a:solidFill>
              </a:defRPr>
            </a:pPr>
            <a:r>
              <a:t>Venue / Session (TBD)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VDBMS defects are costly — and mostly functional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P2/20 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ra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303708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11064240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Empirical bug study (Xie 2025)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&gt; 50% functional failures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Testing roadmap (Wang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~43% incorrect behavior; oracle key challenge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VDBFuzz (Wang 2026)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only VDBMS fuzzer — crash oracle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Doc-implementation defects: actual behaviour diverges from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P3/20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Doc-implementation consistency — does API accept/reject match documentation?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Correctness — is the result mathematically right?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11480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A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8C5C"/>
                </a:solidFill>
              </a:defRPr>
            </a:pPr>
            <a:r>
              <a:t>Documentation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"nprobe (int):</a:t>
            </a:r>
            <a:br/>
            <a:r>
              <a:t> Range 0-16384"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(should reject nprobe=0)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3383280"/>
            <a:ext cx="731520" cy="457200"/>
          </a:xfrm>
          <a:prstGeom prst="rightArrow">
            <a:avLst/>
          </a:prstGeom>
          <a:solidFill>
            <a:srgbClr val="B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0" y="2743200"/>
            <a:ext cx="502920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B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5050"/>
                </a:solidFill>
              </a:defRPr>
            </a:pPr>
            <a:r>
              <a:t>API Actual Behaviour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accepts nprobe=0</a:t>
            </a:r>
          </a:p>
          <a:p>
            <a:pPr>
              <a:defRPr sz="1300">
                <a:solidFill>
                  <a:srgbClr val="B05050"/>
                </a:solidFill>
              </a:defRPr>
            </a:pPr>
            <a:r>
              <a:t>-&gt; search runs (wrong results)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no crash, no error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05050"/>
                </a:solidFill>
              </a:defRPr>
            </a:pPr>
            <a:r>
              <a:t>Divergence -&gt; query semantics corrupted; 37 of 38 such defects produce no crash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Only an LLM reaches the doc-implementation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P4/20 Naive oracles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Candidate oracle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Reaches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it misses the residual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Crash (VDBFuzz)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crash/hang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37 of 38 do not crash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Differential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math invariants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accept/reject diverges by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Metamorphic relations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result correctness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output relation, not input-acceptance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Property-based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math +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needs machine-checkable property + 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REST doc/spec oracles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status/field assertions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reliable from low-ambiguity sources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LLM-derived oracle (TestVDB)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accept/reject vs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residual needs semantic judgment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TestVDB: LLM extracts claims and judges conformance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P5/20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92608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5C8A"/>
                </a:solidFill>
              </a:defRPr>
            </a:pPr>
            <a:r>
              <a:t>1. Extract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LLM reads documentation</a:t>
            </a:r>
            <a:br/>
            <a:r>
              <a:t>-&gt; behavioral claims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292608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5C8A"/>
                </a:solidFill>
              </a:defRPr>
            </a:pPr>
            <a:r>
              <a:t>2. Attack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boundary inputs</a:t>
            </a:r>
            <a:br/>
            <a:r>
              <a:t>targeting each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286000"/>
            <a:ext cx="292608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D98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8E48"/>
                </a:solidFill>
              </a:defRPr>
            </a:pPr>
            <a:r>
              <a:t>3. Judge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LLM checks response</a:t>
            </a:r>
            <a:br/>
            <a:r>
              <a:t>-&gt; conform or violate?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66160" y="3017520"/>
            <a:ext cx="548640" cy="365760"/>
          </a:xfrm>
          <a:prstGeom prst="rightArrow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06640" y="3017520"/>
            <a:ext cx="548640" cy="365760"/>
          </a:xfrm>
          <a:prstGeom prst="rightArrow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4480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05050"/>
                </a:solidFill>
              </a:defRPr>
            </a:pPr>
            <a:r>
              <a:t>-&gt; verdict (may be wrong)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This naive pipeline produces false positives — the LLM judge is unreliable (next).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source-ambiguity gap: assertions vs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P6/20 Core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source_ambiguity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217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Family-specific errors: the judge confirms the extractor's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P7/20 Core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one LLM family extracts claims AND judges — shared biases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judge confirms extractor errors — self-preference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Panickssery (2024); Wataoka (2024)</a:t>
            </a:r>
          </a:p>
          <a:p>
            <a:pPr>
              <a:spcAft>
                <a:spcPts val="1000"/>
              </a:spcAft>
              <a:defRPr sz="1600">
                <a:solidFill>
                  <a:srgbClr val="4A8C5C"/>
                </a:solidFill>
              </a:defRPr>
            </a:pPr>
            <a:r>
              <a:t>•  mitigation: cross-model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Task-intrinsic errors: different families infer the same wrong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P8/20 Core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two_layer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59846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Cross-model validation covers family-specific, not task-intrinsic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P9/20 Core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C8A"/>
                </a:solidFill>
              </a:defRPr>
            </a:pPr>
            <a:r>
              <a:t>family-specific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consistencyLevel — GLM/DeepSeek disagree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cross-model catches divergence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98E48"/>
                </a:solidFill>
              </a:defRPr>
            </a:pPr>
            <a:r>
              <a:t>task-intrinsic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timeout — both extract '&gt;= 1' (same error)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cross-model sees agreement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only source falsifies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Complete pipeline: source-grounded falsification resolves what cross-model cannot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P10/20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504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Added to naive pipeline (P6): dev-reviewer reads source to falsify LLM claims. 12-clause pilot: cross-model 7/12, source 12/12 (see P17 for n=29).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Falsification rule: shardsNum=0 selects the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P11/20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05050"/>
                </a:solidFill>
              </a:defRPr>
            </a:pPr>
            <a:r>
              <a:t>Over-strict clause (LLM)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shardsNum &gt;= 1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probe: shardsNum=0 -&gt; API 200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LLM verdict: 'violation'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8C5C"/>
                </a:solidFill>
              </a:defRPr>
            </a:pPr>
            <a:r>
              <a:t>Source-grounded falsification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source: if shardsNum==0 { use default }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0 selects default — over-strict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FP killed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opposite of MASTOR (as currently designed)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+ dev-reviewer reads source to falsify claims; novelty gate removes duplicates. Suppresses FPs from naive pipeline (P6).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Four RQs; 111 submitted, 38 acknowledged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P12/20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5303520" cy="3474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69494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RQ1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how many doc-impl defects?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does source suppress FPs?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RQ3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cross-model vs source?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model-free subclass?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371600"/>
          <a:ext cx="5577840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VDBMS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Ack.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Milvus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Weaviate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MeiliSearch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~85% doc-impl defects; VDBFuzz: 0 crashes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P13/20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C8A"/>
                </a:solidFill>
              </a:defRPr>
            </a:pPr>
            <a:r>
              <a:t>Composition (not prevalence)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~85% doc-implementation defects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~10% classical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~5% concurrency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89% on acknowledged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8C5C"/>
                </a:solidFill>
              </a:defRPr>
            </a:pPr>
            <a:r>
              <a:t>VDBFuzz (Qdrant v1.18.2)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we ran VDBFuzz: 26,000 requests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0 crashes, 0 non-200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TestVDB found doc-impl defects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disjoint classes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Source anchor: 81% FP suppression (up from 31%)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P14/20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D98E48"/>
                </a:solidFill>
              </a:defRPr>
            </a:pPr>
            <a:r>
              <a:t>81%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FP suppressed by source anchor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up from 31%; 96.7% TP retention (n=30)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Precision scales: 25.5% -&gt; 45.6% -&gt; 69.2%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P15/20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7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6919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RQ3 n=29: source 16/16; explicit-bound 0/13; kappa=1.0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P16/20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Subtype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Task-intrinsic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Cross-model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Parameter over-strict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5/12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7/12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12/12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Behavior over-strict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Explicit-bound negative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0/13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Within-vendor contrast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56% vs 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Cross-model kappa (n=20)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kappa=1.0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 model-free invariant subclass finds bugs on its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P17/20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Invariant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Cross-vendor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COSINE bound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distance &gt; 1.0 identical vectors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Milvus+Qdrant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Index 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index returns 2 of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Milvus+Qdrant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Payload filter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filter absent field returns points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Milvus+Qdrant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Prior work: low-ambiguity; TestVDB: ambiguous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P18/20 Related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5120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Line of work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Representative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VDBMS testing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VDBFuzz/roadmap/bug study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crash vs doc-impl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REST 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AGORA+/SATORI/MASTOR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low-ambiguity; we use NL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Doc-derived oracle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Toradocu/Doc2OracLL/AugmenTest/Konstantinou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trust LLM; we falsify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DB correctness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NoREC/TLP/DQE/DDLCheck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reference semantics; ours lacks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LLM-judge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Panickssery/Wataoka/Haldar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3333"/>
                          </a:solidFill>
                        </a:defRPr>
                      </a:pPr>
                      <a:r>
                        <a:t>orthogonal — source grounding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Threats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P19/20 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05050"/>
                </a:solidFill>
              </a:defRPr>
            </a:pPr>
            <a:r>
              <a:t>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over-strict (n=16) most contingent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Milvus+Qdrant only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mechanism correlative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8C5C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doc-impl resists checking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LLM: family-specific + task-intrinsic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generalizes beyond VDBMSs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TestVDB — four core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CCDD"/>
                </a:solidFill>
              </a:defRPr>
            </a:pPr>
            <a:r>
              <a:t>P20/20 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8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5159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