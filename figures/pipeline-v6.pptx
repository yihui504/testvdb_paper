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0" y="162000"/>
            <a:ext cx="558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</a:rPr>
              <a:t>reading · generation · adjudication by LLM agents · execution &amp; checks deterministic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5999"/>
            <a:ext cx="3096000" cy="48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natural-language prose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000" y="827999"/>
            <a:ext cx="2880000" cy="27360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9525">
            <a:solidFill>
              <a:srgbClr val="9DB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① Behavioral Specification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0" y="827999"/>
            <a:ext cx="2880000" cy="27360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9525">
            <a:solidFill>
              <a:srgbClr val="9DB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② Test Script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827999"/>
            <a:ext cx="2376000" cy="27360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9525">
            <a:solidFill>
              <a:srgbClr val="9DB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③ Sandboxed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6000" y="827999"/>
            <a:ext cx="5364000" cy="27360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9525">
            <a:solidFill>
              <a:srgbClr val="9DB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④ Bug Confirmation — builder / auditor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000" y="1296000"/>
            <a:ext cx="244800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95959"/>
                </a:solidFill>
              </a:rPr>
              <a:t>Crawl4AI · coverage + version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1872000"/>
            <a:ext cx="2448000" cy="30600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9525">
            <a:solidFill>
              <a:srgbClr val="C9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knowledge.json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000" y="2286000"/>
            <a:ext cx="244800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95959"/>
                </a:solidFill>
              </a:rPr>
              <a:t>categorize · evidence-tier · verify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000" y="2862000"/>
            <a:ext cx="2448000" cy="413999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9525">
            <a:solidFill>
              <a:srgbClr val="C9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</a:rPr>
              <a:t>typed · tiered · source-verified · level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56000" y="1296000"/>
            <a:ext cx="244800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95959"/>
                </a:solidFill>
              </a:rPr>
              <a:t>pre-bound: trigger →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000" y="1872000"/>
            <a:ext cx="244800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boundary · state · semantic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000" y="2448000"/>
            <a:ext cx="244800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95959"/>
                </a:solidFill>
              </a:rPr>
              <a:t>system-level · no-match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4000" y="2988000"/>
            <a:ext cx="2232000" cy="324000"/>
          </a:xfrm>
          <a:prstGeom prst="roundRect">
            <a:avLst>
              <a:gd name="adj" fmla="val 10000"/>
            </a:avLst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</a:rPr>
              <a:t>5 generation gates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n 24"/>
          <p:cNvSpPr/>
          <p:nvPr/>
        </p:nvSpPr>
        <p:spPr>
          <a:xfrm>
            <a:off x="6480000" y="1440000"/>
            <a:ext cx="2015999" cy="720000"/>
          </a:xfrm>
          <a:prstGeom prst="can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</a:rPr>
              <a:t>target @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0000" y="2376000"/>
            <a:ext cx="2015999" cy="413999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9525">
            <a:solidFill>
              <a:srgbClr val="C9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</a:rPr>
              <a:t>+ atomic .done markers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72000" y="1260000"/>
            <a:ext cx="2124000" cy="108000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 w="95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source grounding (grep clone)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58000" y="1565999"/>
            <a:ext cx="1260000" cy="46800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9525">
            <a:solidFill>
              <a:srgbClr val="C9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A6D3B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595959"/>
                </a:solidFill>
              </a:rPr>
              <a:t>five sections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762000" y="1260000"/>
            <a:ext cx="1296000" cy="1080000"/>
          </a:xfrm>
          <a:prstGeom prst="roundRect">
            <a:avLst>
              <a:gd name="adj" fmla="val 10000"/>
            </a:avLst>
          </a:prstGeom>
          <a:solidFill>
            <a:srgbClr val="FCEFD9"/>
          </a:solidFill>
          <a:ln w="9525">
            <a:solidFill>
              <a:srgbClr val="E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A contract · 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C cognition · D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56000" y="2772000"/>
            <a:ext cx="2664000" cy="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47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Neutral → human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</a:rPr>
              <a:t>rebuild ≤ 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constraints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probes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outputs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24000" y="3780000"/>
            <a:ext cx="2736000" cy="54000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030A0"/>
                </a:solidFill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030A0"/>
                </a:solidFill>
              </a:rPr>
              <a:t>independent of the documentation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3970">
            <a:solidFill>
              <a:srgbClr val="7030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30A0"/>
                </a:solidFill>
              </a:rPr>
              <a:t>source grounding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3970">
            <a:solidFill>
              <a:srgbClr val="7030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30A0"/>
                </a:solidFill>
              </a:rPr>
              <a:t>D perspective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0000" y="44820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</a:rPr>
              <a:t>Running example (Qdrant #10369):  constraint qdrant_state_recommend_001 → state-agent scenario (delete–recreate lookup collection at size 8) → 200 with silently wrong scores vs. required 400 → source grounding finds the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